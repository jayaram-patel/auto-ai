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82821" y="0"/>
            <a:ext cx="1145507" cy="1243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b="0" sz="5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01829" y="0"/>
            <a:ext cx="1126499" cy="1243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1058099" y="1762649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School of Computer Science and Engineering</a:t>
            </a:r>
            <a:endParaRPr b="1" i="0" sz="32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467931" y="2419341"/>
            <a:ext cx="7256135" cy="775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 of Computer Engineering and Technology (DCET)</a:t>
            </a:r>
            <a:endParaRPr b="1" i="0" sz="28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9624" y="100140"/>
            <a:ext cx="4221754" cy="130170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777923" y="3612248"/>
            <a:ext cx="10636152" cy="775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Stack Development Project </a:t>
            </a:r>
            <a:br>
              <a:rPr b="1" i="0" lang="en-US" sz="2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2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Panel-X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335475" y="5220650"/>
            <a:ext cx="102459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</a:t>
            </a:r>
            <a:r>
              <a:rPr b="1" lang="en-US" sz="1800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1" i="0" lang="en-US" sz="1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1032232632 Name: Om Jagdeesh</a:t>
            </a:r>
            <a:r>
              <a:rPr lang="en-US"/>
              <a:t> 		</a:t>
            </a:r>
            <a:r>
              <a:rPr b="1" i="0" lang="en-US" sz="1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PRN: 1032232513 Name: Yashraj Narke</a:t>
            </a:r>
            <a:endParaRPr b="1" i="0" sz="18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PRN: 1032232588 Name: Lakshya Chanchlani</a:t>
            </a:r>
            <a:r>
              <a:rPr lang="en-US"/>
              <a:t>   </a:t>
            </a:r>
            <a:r>
              <a:rPr b="1" i="0" lang="en-US" sz="18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PRN: 1032232531 Name: Jayaram Patel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 &amp; Proposed Solution</a:t>
            </a:r>
            <a:endParaRPr b="1" i="0" sz="32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394500" y="1634650"/>
            <a:ext cx="10959300" cy="43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Despite advancements in AutoML, many existing systems act as black-box solutions. They lack transparency, offer limited adaptability, and require predefined templates or fixed search spaces. Real-world ML tasks still need human intervention for interpreting data, debugging models, and selecting algorithms. Integrating AutoML into full-stack systems also demands additional custom development.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AI Maker introduces an LLM-powered AutoML pipeline using Gemini AI. It dynamically analyzes datasets, generates Python code, executes training scripts, and iteratively refines models.By integrating this agent into a full-stack system using Express, React, and tRPC, the platform provides a flexible, transparent, and autonomous ML model creation experience.This solution bridges the gap between rigid AutoML frameworks and human-like adaptive reasoning.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1058100" y="169893"/>
            <a:ext cx="10075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Flow Diagram &amp; System Architecture</a:t>
            </a:r>
            <a:endParaRPr b="1" i="0" sz="32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399" y="613300"/>
            <a:ext cx="2248026" cy="6108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565975" y="1325225"/>
            <a:ext cx="73761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1: User uploads a CSV file.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2: The Node.js server verifies the uploaded file.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The server sets up an isolated Python environment using uv.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4: An AI Agent is created with tools to manage the environment (e.g.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write_file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install_dependencies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5: The server sends the top 100 rows of the CSV to the LLM.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6: The LLM analyzes the sample to decide which AI model best fits the task.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7: The LLM generates a Python script, writes it to the environment, installs dependencies, and runs it.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8: The Python script trains an AI model and measures its accuracy.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9: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accuracy is acceptable → the model is saved.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not → the process restarts from Step 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Stack with Reasoning</a:t>
            </a:r>
            <a:endParaRPr b="1" i="0" sz="32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723375" y="1055325"/>
            <a:ext cx="10630500" cy="4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       (Vite      ) for responsive UI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Delivers a fast, responsive user experience that hides complicated AI Logic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Tanstack Router for routing and Tailwind for Easy Styling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Express       + tRPC       for type-safe communication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on NodeJS Runtime handling I/O Operations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Prisma as ORM for connecting to Database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Models: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Gemini        for intelligent decision-making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Langchain package for creating Intelligent AI Agent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Agentic tools like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write_file, install_depdendencies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Pipeline: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Handles dataset transformation and output generation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First 100 rows of dataset to Agent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handles transformation via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write_file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850" y="1663763"/>
            <a:ext cx="283625" cy="28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367" y="1660750"/>
            <a:ext cx="283625" cy="2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2873" y="2627536"/>
            <a:ext cx="235575" cy="2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2275" y="2633262"/>
            <a:ext cx="224175" cy="2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069467" y="3543263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Challenges Faced during development if Any</a:t>
            </a:r>
            <a:endParaRPr b="1" i="0" sz="32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847500" y="1093075"/>
            <a:ext cx="10177500" cy="4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Faced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Ensuring dataset formats and inconsistencies are handled dynamically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Designing an iterative feedback loop between LLM and execution environment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Allowing LLM to generate correct and optimized code reliably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 Python dependencies and avoiding execution conflicts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Achieving type-safe communication between frontend and backend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Maintaining model transparency and logging during autonomous training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Debugging environments when LLM-generated scripts failed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challenges were resolved through tool-based orchestration, better error-feedback loops, and refined agent prompts.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1058100" y="228444"/>
            <a:ext cx="100758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Limitation and scope of the project with future projection extension</a:t>
            </a:r>
            <a:endParaRPr b="1" i="0" sz="32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928950" y="1431100"/>
            <a:ext cx="10334100" cy="4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fully optimized for deep learning or large datasets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transparency in LLM reasoning paths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controlled execution environment for safety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visualization features can be expanded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speed depends on dataset size and environment constraints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Incorporate advanced deep learning and transformer-based models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support for NLP and computer vision pipelines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real-time dashboards and interactive analytics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one-click model deployment and monitoring tools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multi-user collaboration with project tracking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 explainability with SHAP or attention-based insights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Demo</a:t>
            </a:r>
            <a:endParaRPr b="1" i="0" sz="32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75" y="1622925"/>
            <a:ext cx="5611850" cy="3226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500" y="1603350"/>
            <a:ext cx="5611852" cy="32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1058100" y="450043"/>
            <a:ext cx="100758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Q/A</a:t>
            </a:r>
            <a:endParaRPr b="1" i="0" sz="3200" u="none" cap="none" strike="noStrik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5641"/>
            <a:ext cx="11887199" cy="3959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